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24C12-699F-42CD-A3C5-94B762B82AF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036E2-3D6E-4771-9805-F8B8967A9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6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036E2-3D6E-4771-9805-F8B8967A90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3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036E2-3D6E-4771-9805-F8B8967A90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18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-tutor-ei2dq9mh7glq4eekux2ngf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dirty="0"/>
              <a:t>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378789"/>
            <a:ext cx="6583680" cy="130805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lang="en-US" sz="4000" b="1" dirty="0">
                <a:solidFill>
                  <a:srgbClr val="1E1F37"/>
                </a:solidFill>
                <a:latin typeface="Arial"/>
              </a:rPr>
              <a:t>BRAINBYTE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🧠</a:t>
            </a:r>
          </a:p>
          <a:p>
            <a:pPr algn="l"/>
            <a:r>
              <a:rPr sz="4000" dirty="0">
                <a:solidFill>
                  <a:srgbClr val="1E1F37"/>
                </a:solidFill>
                <a:latin typeface="Arial"/>
              </a:rPr>
              <a:t>Personal AI Tutor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47088"/>
            <a:ext cx="6766560" cy="38404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100" b="0" dirty="0">
                <a:solidFill>
                  <a:srgbClr val="5C5C5C"/>
                </a:solidFill>
                <a:latin typeface="Arial"/>
              </a:rPr>
              <a:t>An AI-powered learning assistant for students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450592"/>
            <a:ext cx="4645152" cy="0"/>
          </a:xfrm>
          <a:prstGeom prst="line">
            <a:avLst/>
          </a:prstGeom>
          <a:ln w="381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2743200"/>
            <a:ext cx="676656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700" b="1">
                <a:solidFill>
                  <a:srgbClr val="2F68A0"/>
                </a:solidFill>
                <a:latin typeface="Arial"/>
              </a:rPr>
              <a:t>Learn Smarter • Practice Better • 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51960"/>
            <a:ext cx="3840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Presented by: Sneha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2598"/>
            <a:ext cx="2743200" cy="446276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0" dirty="0">
                <a:solidFill>
                  <a:srgbClr val="5C5C5C"/>
                </a:solidFill>
                <a:latin typeface="Arial"/>
              </a:rPr>
              <a:t>Team Leader</a:t>
            </a:r>
            <a:endParaRPr lang="en-US" sz="1200" b="0" dirty="0">
              <a:solidFill>
                <a:srgbClr val="5C5C5C"/>
              </a:solidFill>
              <a:latin typeface="Arial"/>
            </a:endParaRPr>
          </a:p>
          <a:p>
            <a:pPr algn="l"/>
            <a:r>
              <a:rPr lang="en-US" sz="1200" dirty="0">
                <a:solidFill>
                  <a:srgbClr val="5C5C5C"/>
                </a:solidFill>
                <a:latin typeface="Arial"/>
              </a:rPr>
              <a:t>Roll No. 25267531</a:t>
            </a:r>
            <a:endParaRPr sz="1200" b="0" dirty="0">
              <a:solidFill>
                <a:srgbClr val="5C5C5C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18120" y="1325880"/>
            <a:ext cx="3246120" cy="4160520"/>
          </a:xfrm>
          <a:prstGeom prst="roundRect">
            <a:avLst/>
          </a:prstGeom>
          <a:solidFill>
            <a:srgbClr val="F4F6FA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1005840" cy="6400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3800" b="0">
                <a:solidFill>
                  <a:srgbClr val="2F68A0"/>
                </a:solidFill>
                <a:latin typeface="Arial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33472"/>
            <a:ext cx="2103120" cy="36576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300" b="1">
                <a:solidFill>
                  <a:srgbClr val="1E1F37"/>
                </a:solidFill>
                <a:latin typeface="Arial"/>
              </a:rPr>
              <a:t>AI Tutor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01568"/>
            <a:ext cx="2423160" cy="384048"/>
          </a:xfrm>
          <a:prstGeom prst="round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429000"/>
            <a:ext cx="233172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Quiz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005072"/>
            <a:ext cx="2423160" cy="384048"/>
          </a:xfrm>
          <a:prstGeom prst="round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4032504"/>
            <a:ext cx="233172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608576"/>
            <a:ext cx="2423160" cy="384048"/>
          </a:xfrm>
          <a:prstGeom prst="round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4636008"/>
            <a:ext cx="233172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 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The 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61872"/>
            <a:ext cx="9875520" cy="38404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2200" b="1">
                <a:solidFill>
                  <a:srgbClr val="1E1F37"/>
                </a:solidFill>
                <a:latin typeface="Arial"/>
              </a:rPr>
              <a:t>Students often face three problems while learning: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80" cy="22402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64008" cy="224028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9260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Choosing what to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926080" cy="1417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After a quiz, students may not know which topic should come next.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65960"/>
            <a:ext cx="3383280" cy="22402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965960"/>
            <a:ext cx="64008" cy="224028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167128"/>
            <a:ext cx="29260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Tracking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51760"/>
            <a:ext cx="2926080" cy="1417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Weak and strong areas are not always easy to identify.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965960"/>
            <a:ext cx="3383280" cy="22402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7575" y="1965960"/>
            <a:ext cx="64008" cy="224028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5" y="2167128"/>
            <a:ext cx="29260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Personal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651760"/>
            <a:ext cx="2926080" cy="14173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 general study path may not match a student's current performance.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18288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Problem statement: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10241280" cy="43891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1">
                <a:solidFill>
                  <a:srgbClr val="1E1F37"/>
                </a:solidFill>
                <a:latin typeface="Arial"/>
              </a:rPr>
              <a:t>Students need a simple tool that connects quiz performance with their next learning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The Solution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34440"/>
            <a:ext cx="9875520" cy="38404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Personal AI Tutor brings the learning process into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64008" cy="242316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Select a subject, topic and difficulty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56432" y="1920240"/>
            <a:ext cx="64008" cy="242316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85031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Take quizzes and check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35624" y="1920240"/>
            <a:ext cx="64008" cy="242316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4224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View quiz scores and topic progress.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14816" y="1920240"/>
            <a:ext cx="2468880" cy="242316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14816" y="1920240"/>
            <a:ext cx="64008" cy="242316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43416" y="2121408"/>
            <a:ext cx="20116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606040"/>
            <a:ext cx="2011680" cy="160020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Get an AI recommendation for the next topic.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8288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Learning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7498079" cy="4114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300" b="1">
                <a:solidFill>
                  <a:srgbClr val="1E1F37"/>
                </a:solidFill>
                <a:latin typeface="Arial"/>
              </a:rPr>
              <a:t>Learn  →  Practice  →  Track  →  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Technology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32588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932688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Main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64008" cy="932688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52704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Web application and 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6032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560320"/>
            <a:ext cx="64008" cy="932688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76148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Pandas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Progress data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56032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2560320"/>
            <a:ext cx="64008" cy="932688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276148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24612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Stores quiz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9476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794760"/>
            <a:ext cx="64008" cy="932688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399592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OpenAI Python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Connects the application to the AI endpoint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794760"/>
            <a:ext cx="5074920" cy="932688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3794760"/>
            <a:ext cx="64008" cy="932688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3995928"/>
            <a:ext cx="461772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Groq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59" y="4480560"/>
            <a:ext cx="4617720" cy="10972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LLM inference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34440"/>
            <a:ext cx="10241280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A simple flow connects the student, application, data and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2F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Chooses topic
and takes quiz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F25F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Streamlit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Quiz + Dashboard
+ user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37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Progress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Pandas +
progress.csv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2057400"/>
            <a:ext cx="2057400" cy="1417320"/>
          </a:xfrm>
          <a:prstGeom prst="roundRect">
            <a:avLst/>
          </a:prstGeom>
          <a:solidFill>
            <a:srgbClr val="F8F8F7"/>
          </a:solidFill>
          <a:ln w="22860">
            <a:solidFill>
              <a:srgbClr val="2F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240280"/>
            <a:ext cx="1783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500" b="1">
                <a:solidFill>
                  <a:srgbClr val="1E1F37"/>
                </a:solidFill>
                <a:latin typeface="Arial"/>
              </a:rPr>
              <a:t>AI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06624"/>
            <a:ext cx="178308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000" b="0">
                <a:solidFill>
                  <a:srgbClr val="5C5C5C"/>
                </a:solidFill>
                <a:latin typeface="Arial"/>
              </a:rPr>
              <a:t>Prompt + LLM
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411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400" b="1">
                <a:solidFill>
                  <a:srgbClr val="F25F14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514600"/>
            <a:ext cx="411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400" b="1">
                <a:solidFill>
                  <a:srgbClr val="F25F14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514600"/>
            <a:ext cx="411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2400" b="1">
                <a:solidFill>
                  <a:srgbClr val="F25F14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60520"/>
            <a:ext cx="22860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AI recommendation uses: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9144000" cy="347472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800" b="1">
                <a:solidFill>
                  <a:srgbClr val="1E1F37"/>
                </a:solidFill>
                <a:latin typeface="Arial"/>
              </a:rPr>
              <a:t>Subject + Current Topic + Difficulty + Latest Quiz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19472"/>
            <a:ext cx="45720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800" b="1">
                <a:solidFill>
                  <a:srgbClr val="2F68A0"/>
                </a:solidFill>
                <a:latin typeface="Arial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9601200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E1F37"/>
                </a:solidFill>
                <a:latin typeface="Arial"/>
              </a:rPr>
              <a:t>The AI returns one logical next topic and a short reason.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Live Demo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4108" y="1133857"/>
            <a:ext cx="9601200" cy="41549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2200" b="1" dirty="0">
                <a:solidFill>
                  <a:srgbClr val="1E1F37"/>
                </a:solidFill>
                <a:latin typeface="Arial"/>
              </a:rPr>
              <a:t> </a:t>
            </a:r>
            <a:r>
              <a:rPr lang="en-US" sz="2200" b="1" dirty="0">
                <a:solidFill>
                  <a:srgbClr val="1E1F37"/>
                </a:solidFill>
                <a:latin typeface="Arial"/>
              </a:rPr>
              <a:t>T</a:t>
            </a:r>
            <a:r>
              <a:rPr sz="2200" b="1" dirty="0">
                <a:solidFill>
                  <a:srgbClr val="1E1F37"/>
                </a:solidFill>
                <a:latin typeface="Arial"/>
              </a:rPr>
              <a:t>he actual application running</a:t>
            </a:r>
            <a:r>
              <a:rPr lang="en-US" sz="2200" b="1" dirty="0">
                <a:solidFill>
                  <a:srgbClr val="1E1F37"/>
                </a:solidFill>
                <a:latin typeface="Arial"/>
              </a:rPr>
              <a:t> dashboard</a:t>
            </a:r>
            <a:endParaRPr sz="2200" b="1" dirty="0">
              <a:solidFill>
                <a:srgbClr val="1E1F37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Open the Personal AI Tutor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32887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32887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Select subject / topic /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91256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Complete a quiz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9624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49624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Open the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07992"/>
            <a:ext cx="3200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429768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1E1F37"/>
                </a:solidFill>
                <a:latin typeface="Arial"/>
              </a:rPr>
              <a:t>Click AI Next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743200"/>
            <a:ext cx="237744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300" b="1">
                <a:solidFill>
                  <a:srgbClr val="5C5C5C"/>
                </a:solidFill>
                <a:latin typeface="Arial"/>
              </a:rPr>
              <a:t>INSERT YOUR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154680"/>
            <a:ext cx="3474720" cy="34747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900" b="1">
                <a:solidFill>
                  <a:srgbClr val="1E1F37"/>
                </a:solidFill>
                <a:latin typeface="Arial"/>
              </a:rPr>
              <a:t>ACTUAL APP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03320"/>
            <a:ext cx="29260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Dashboard / Quiz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31000"/>
            <a:ext cx="12191695" cy="12700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969013E-836C-44BB-947A-FF97C1DCE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207" y="1652730"/>
            <a:ext cx="7409488" cy="4583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AI Component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34440"/>
            <a:ext cx="10515600" cy="411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The AI feature recommends the next topic from recent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154680" cy="31546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64008" cy="315468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2697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697480" cy="23317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• Subject
• Current topic
• Difficulty
• Latest quiz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874519"/>
            <a:ext cx="3154680" cy="31546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98848" y="1874519"/>
            <a:ext cx="64008" cy="315468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075688"/>
            <a:ext cx="2697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AI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560320"/>
            <a:ext cx="2697480" cy="23317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These values are placed into a concise tutor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1874519"/>
            <a:ext cx="3154680" cy="315468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0456" y="1874519"/>
            <a:ext cx="64008" cy="315468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49056" y="2075688"/>
            <a:ext cx="26974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560320"/>
            <a:ext cx="2697480" cy="233172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Next Topic: [topic]
Why: [one short sentence]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1">
                <a:solidFill>
                  <a:srgbClr val="1E1F37"/>
                </a:solidFill>
                <a:latin typeface="Arial"/>
              </a:rPr>
              <a:t>Example: the recommendation keeps the student's next practice focused instead of choosing randomly.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50195" y="330200"/>
            <a:ext cx="1270000" cy="431800"/>
          </a:xfrm>
          <a:prstGeom prst="roundRect">
            <a:avLst/>
          </a:prstGeom>
          <a:solidFill>
            <a:srgbClr val="EBE8FF"/>
          </a:solidFill>
          <a:ln>
            <a:solidFill>
              <a:srgbClr val="D2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4B4196"/>
                </a:solidFill>
                <a:latin typeface="Arial"/>
              </a:rPr>
              <a:t>AI • Tutor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Challenges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352044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0">
                <a:solidFill>
                  <a:srgbClr val="5C5C5C"/>
                </a:solidFill>
                <a:latin typeface="Arial"/>
              </a:rPr>
              <a:t>Connecting the AI feature and handling slow responses required careful error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64008" cy="352044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Data &amp; session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0">
                <a:solidFill>
                  <a:srgbClr val="5C5C5C"/>
                </a:solidFill>
                <a:latin typeface="Arial"/>
              </a:rPr>
              <a:t>The selected topic and quiz results had to be available when the dashboard requested a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417320"/>
            <a:ext cx="64008" cy="352044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Keeping AI output useful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050" b="0">
                <a:solidFill>
                  <a:srgbClr val="5C5C5C"/>
                </a:solidFill>
                <a:latin typeface="Arial"/>
              </a:rPr>
              <a:t>The recommendation needed to be short and actionable instead of a long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132588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What helped: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57800"/>
            <a:ext cx="7498079" cy="36576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700" b="1">
                <a:solidFill>
                  <a:srgbClr val="1E1F37"/>
                </a:solidFill>
                <a:latin typeface="Arial"/>
              </a:rPr>
              <a:t>Clear prompts + simple data flow + timeout/error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91492" cy="70368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My Role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55068"/>
            <a:ext cx="4572000" cy="461665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lang="en-US" sz="2500" b="1" dirty="0">
                <a:solidFill>
                  <a:srgbClr val="1E1F37"/>
                </a:solidFill>
                <a:latin typeface="Arial"/>
              </a:rPr>
              <a:t>As a </a:t>
            </a:r>
            <a:r>
              <a:rPr sz="2500" b="1" dirty="0">
                <a:solidFill>
                  <a:srgbClr val="1E1F37"/>
                </a:solidFill>
                <a:latin typeface="Arial"/>
              </a:rPr>
              <a:t>Team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457200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Arial"/>
              </a:rPr>
              <a:t>Personal contribution to the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516636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64008" cy="114300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 dirty="0">
                <a:solidFill>
                  <a:srgbClr val="5C5C5C"/>
                </a:solidFill>
                <a:latin typeface="Arial"/>
              </a:rPr>
              <a:t>Worked on the Streamlit dashboard, metrics and progress sections.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03320"/>
            <a:ext cx="516636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703320"/>
            <a:ext cx="64008" cy="114300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904487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470916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Implemented the next-topic recommendation flow and connected it to the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31720"/>
            <a:ext cx="498348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2331720"/>
            <a:ext cx="64008" cy="114300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532888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Data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Worked with Pandas and progress.csv for quiz statistics.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4983480" cy="114300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64008" cy="114300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904487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Testing &amp; debugging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4526280" cy="32004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Fixed integration, indentation and API/error-handling issues.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Future Improvements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3520440"/>
          </a:xfrm>
          <a:prstGeom prst="rect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Adaptive difficulty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Automatically change quiz difficulty using performance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64008" cy="3520440"/>
          </a:xfrm>
          <a:prstGeom prst="rect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Better learning 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Use more history to recommend a sequence of topics, not just one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5" y="1417320"/>
            <a:ext cx="3429000" cy="3520440"/>
          </a:xfrm>
          <a:prstGeom prst="roundRect">
            <a:avLst/>
          </a:prstGeom>
          <a:solidFill>
            <a:srgbClr val="F8F8F7"/>
          </a:solidFill>
          <a:ln w="12700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37575" y="1417320"/>
            <a:ext cx="64008" cy="3520440"/>
          </a:xfrm>
          <a:prstGeom prst="rect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618488"/>
            <a:ext cx="2971800" cy="32004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600" b="1">
                <a:solidFill>
                  <a:srgbClr val="1E1F37"/>
                </a:solidFill>
                <a:latin typeface="Arial"/>
              </a:rPr>
              <a:t>Richer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103120"/>
            <a:ext cx="2971800" cy="2697480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0">
                <a:solidFill>
                  <a:srgbClr val="5C5C5C"/>
                </a:solidFill>
                <a:latin typeface="Arial"/>
              </a:rPr>
              <a:t>Add streaks, mastery charts and more detailed learner insights.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371600" cy="25603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300" b="1">
                <a:solidFill>
                  <a:srgbClr val="F25F14"/>
                </a:solidFill>
                <a:latin typeface="Arial"/>
              </a:rPr>
              <a:t>Future goal: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266944"/>
            <a:ext cx="9144000" cy="384048"/>
          </a:xfrm>
          <a:prstGeom prst="rect">
            <a:avLst/>
          </a:prstGeom>
          <a:noFill/>
        </p:spPr>
        <p:txBody>
          <a:bodyPr wrap="square" lIns="50800" tIns="38100" rIns="50800" bIns="38100" anchor="t">
            <a:spAutoFit/>
          </a:bodyPr>
          <a:lstStyle/>
          <a:p>
            <a:pPr algn="l"/>
            <a:r>
              <a:rPr sz="1150" b="1">
                <a:solidFill>
                  <a:srgbClr val="1E1F37"/>
                </a:solidFill>
                <a:latin typeface="Arial"/>
              </a:rPr>
              <a:t>Move from a single recommendation to a more complete personalized learning journey.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3668" y="-209998"/>
            <a:ext cx="12191695" cy="7067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58368" y="338328"/>
            <a:ext cx="41148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1">
                <a:solidFill>
                  <a:srgbClr val="F25F14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9966960" cy="43891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600" b="1">
                <a:solidFill>
                  <a:srgbClr val="1E1F37"/>
                </a:solidFill>
                <a:latin typeface="Arial"/>
              </a:rPr>
              <a:t>GitHub / Project Link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32688"/>
            <a:ext cx="10844784" cy="0"/>
          </a:xfrm>
          <a:prstGeom prst="line">
            <a:avLst/>
          </a:prstGeom>
          <a:ln w="254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261869"/>
            <a:ext cx="2926080" cy="630942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lang="en-US" b="1" dirty="0">
                <a:solidFill>
                  <a:srgbClr val="1E1F37"/>
                </a:solidFill>
                <a:latin typeface="Arial"/>
              </a:rPr>
              <a:t>PROJECT LINK</a:t>
            </a:r>
            <a:endParaRPr lang="en-US" sz="1800" b="1" dirty="0">
              <a:solidFill>
                <a:srgbClr val="1E1F37"/>
              </a:solidFill>
              <a:latin typeface="Arial"/>
            </a:endParaRPr>
          </a:p>
          <a:p>
            <a:pPr algn="l"/>
            <a:endParaRPr sz="1800" b="1" dirty="0">
              <a:solidFill>
                <a:srgbClr val="1E1F37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913079"/>
            <a:ext cx="10469880" cy="960120"/>
          </a:xfrm>
          <a:prstGeom prst="roundRect">
            <a:avLst/>
          </a:prstGeom>
          <a:solidFill>
            <a:srgbClr val="F8F8F7"/>
          </a:solidFill>
          <a:ln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/>
              </a:rPr>
              <a:t>https://ai-tutor-ei2dq9mh7glq4eekux2ngf.streamlit.app/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207062" y="4572000"/>
            <a:ext cx="110674" cy="94593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83496" y="4572000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177272" y="4572000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354312" y="473659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48088" y="473659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9720" y="5065776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83496" y="5065776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77272" y="5065776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54312" y="5230368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48088" y="5230368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20" y="555955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83496" y="555955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77272" y="5559552"/>
            <a:ext cx="128016" cy="128016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228600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800" b="1">
                <a:solidFill>
                  <a:srgbClr val="5C5C5C"/>
                </a:solidFill>
                <a:latin typeface="Arial"/>
              </a:rPr>
              <a:t>PERSONAL AI TUTOR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5C5C5C"/>
                </a:solidFill>
                <a:latin typeface="Arial"/>
              </a:rPr>
              <a:t>11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2EB5E7F-1944-4A86-8D30-FA802FD89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9826" y="3853589"/>
            <a:ext cx="1387968" cy="191658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D3FA372-7156-4FFD-999F-D244C5639614}"/>
              </a:ext>
            </a:extLst>
          </p:cNvPr>
          <p:cNvSpPr txBox="1"/>
          <p:nvPr/>
        </p:nvSpPr>
        <p:spPr>
          <a:xfrm>
            <a:off x="777240" y="4458673"/>
            <a:ext cx="11018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</a:t>
            </a:r>
            <a:r>
              <a:rPr lang="en-US" sz="2400" b="1"/>
              <a:t>can </a:t>
            </a:r>
            <a:r>
              <a:rPr lang="en-US" sz="2400" b="1" dirty="0"/>
              <a:t>this QR code to view my </a:t>
            </a:r>
            <a:r>
              <a:rPr lang="en-US" sz="2400" b="1" dirty="0" err="1"/>
              <a:t>Github</a:t>
            </a:r>
            <a:r>
              <a:rPr lang="en-US" sz="2400" b="1" dirty="0"/>
              <a:t> repository  </a:t>
            </a:r>
            <a:r>
              <a:rPr lang="en-US" sz="2400" b="1" dirty="0">
                <a:sym typeface="Wingdings" panose="05000000000000000000" pitchFamily="2" charset="2"/>
              </a:rPr>
              <a:t></a:t>
            </a:r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5029200" cy="6400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240280"/>
            <a:ext cx="4572000" cy="38404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2200" b="1">
                <a:solidFill>
                  <a:srgbClr val="DCE1F0"/>
                </a:solidFill>
                <a:latin typeface="Arial"/>
              </a:rPr>
              <a:t>Personal AI Tutor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96112" y="2834640"/>
            <a:ext cx="4133088" cy="0"/>
          </a:xfrm>
          <a:prstGeom prst="line">
            <a:avLst/>
          </a:prstGeom>
          <a:ln w="38100">
            <a:solidFill>
              <a:srgbClr val="F25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6112" y="3246120"/>
            <a:ext cx="3200400" cy="5029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3000" b="1">
                <a:solidFill>
                  <a:srgbClr val="F25F14"/>
                </a:solidFill>
                <a:latin typeface="Arial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251960"/>
            <a:ext cx="4023360" cy="292608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Sneha  •  Team Leader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029200"/>
            <a:ext cx="3657600" cy="27432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l"/>
            <a:r>
              <a:rPr sz="1200" b="0">
                <a:solidFill>
                  <a:srgbClr val="BEC6D7"/>
                </a:solidFill>
                <a:latin typeface="Arial"/>
              </a:rPr>
              <a:t>Roll No.: 25267531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1325880"/>
            <a:ext cx="914400" cy="914400"/>
          </a:xfrm>
          <a:prstGeom prst="ellipse">
            <a:avLst/>
          </a:prstGeom>
          <a:solidFill>
            <a:srgbClr val="2F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75520" y="2468880"/>
            <a:ext cx="594360" cy="594360"/>
          </a:xfrm>
          <a:prstGeom prst="ellipse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52560" y="3886200"/>
            <a:ext cx="1325880" cy="1325880"/>
          </a:xfrm>
          <a:prstGeom prst="ellipse">
            <a:avLst/>
          </a:prstGeom>
          <a:solidFill>
            <a:srgbClr val="378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69880" y="5166360"/>
            <a:ext cx="502920" cy="502920"/>
          </a:xfrm>
          <a:prstGeom prst="ellipse">
            <a:avLst/>
          </a:prstGeom>
          <a:solidFill>
            <a:srgbClr val="F25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38100" rIns="50800" bIns="3810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320040" cy="182880"/>
          </a:xfrm>
          <a:prstGeom prst="rect">
            <a:avLst/>
          </a:prstGeom>
          <a:noFill/>
        </p:spPr>
        <p:txBody>
          <a:bodyPr wrap="square" lIns="50800" tIns="38100" rIns="50800" bIns="38100" anchor="ctr">
            <a:spAutoFit/>
          </a:bodyPr>
          <a:lstStyle/>
          <a:p>
            <a:pPr algn="r"/>
            <a:r>
              <a:rPr sz="800" b="0">
                <a:solidFill>
                  <a:srgbClr val="A0AAB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683</Words>
  <Application>Microsoft Office PowerPoint</Application>
  <PresentationFormat>Widescreen</PresentationFormat>
  <Paragraphs>162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2026-09-22T15:03:16Z</dcterms:modified>
  <cp:category/>
</cp:coreProperties>
</file>